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b9a0b074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b9a0b074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Performance Dashboard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by Sumaiya Begum</a:t>
            </a:r>
            <a:endParaRPr b="1" sz="2400"/>
          </a:p>
        </p:txBody>
      </p:sp>
      <p:sp>
        <p:nvSpPr>
          <p:cNvPr id="74" name="Google Shape;74;p13"/>
          <p:cNvSpPr txBox="1"/>
          <p:nvPr/>
        </p:nvSpPr>
        <p:spPr>
          <a:xfrm>
            <a:off x="2513575" y="2448750"/>
            <a:ext cx="59208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Objective: </a:t>
            </a: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Create an interactive dashboard that enables business stakeholders to monitor sales performance, profit, and trends through visual analytics. 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Dataset</a:t>
            </a:r>
            <a:endParaRPr sz="2400"/>
          </a:p>
        </p:txBody>
      </p:sp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Name: E-Commerce Sales &amp; Profit Analysis Dataset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Source: Kaggle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File Format: CSV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Records: 3,501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Fields: Order Date, Product Name, </a:t>
            </a:r>
            <a:r>
              <a:rPr b="0" lang="en" sz="1100">
                <a:latin typeface="Arial"/>
                <a:ea typeface="Arial"/>
                <a:cs typeface="Arial"/>
                <a:sym typeface="Arial"/>
              </a:rPr>
              <a:t>Category, Region, </a:t>
            </a:r>
            <a:r>
              <a:rPr b="0" lang="en" sz="1100">
                <a:latin typeface="Arial"/>
                <a:ea typeface="Arial"/>
                <a:cs typeface="Arial"/>
                <a:sym typeface="Arial"/>
              </a:rPr>
              <a:t>Sales, Profit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ece of duct tape sticking a note to the slide" id="85" name="Google Shape;85;p15"/>
          <p:cNvPicPr preferRelativeResize="0"/>
          <p:nvPr/>
        </p:nvPicPr>
        <p:blipFill rotWithShape="1">
          <a:blip r:embed="rId3">
            <a:alphaModFix/>
          </a:blip>
          <a:srcRect b="10012" l="9245" r="2118" t="5926"/>
          <a:stretch/>
        </p:blipFill>
        <p:spPr>
          <a:xfrm rot="154828">
            <a:off x="3377025" y="36192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2974250" y="2449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1. Dashboard</a:t>
            </a:r>
            <a:endParaRPr b="1" sz="3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7" name="Google Shape;87;p15" title="Sales Performance Dashboa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950" y="1207697"/>
            <a:ext cx="7979494" cy="37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283100" y="712150"/>
            <a:ext cx="86316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The dashboard provides an interactive overview of sales performance using KPIs, charts, and filters.</a:t>
            </a:r>
            <a:endParaRPr sz="4100">
              <a:solidFill>
                <a:schemeClr val="accent5"/>
              </a:solidFill>
            </a:endParaRPr>
          </a:p>
        </p:txBody>
      </p:sp>
      <p:grpSp>
        <p:nvGrpSpPr>
          <p:cNvPr id="93" name="Google Shape;93;p16"/>
          <p:cNvGrpSpPr/>
          <p:nvPr/>
        </p:nvGrpSpPr>
        <p:grpSpPr>
          <a:xfrm>
            <a:off x="7070791" y="2795905"/>
            <a:ext cx="1922714" cy="2205226"/>
            <a:chOff x="6803275" y="395363"/>
            <a:chExt cx="2212050" cy="2537076"/>
          </a:xfrm>
        </p:grpSpPr>
        <p:pic>
          <p:nvPicPr>
            <p:cNvPr id="94" name="Google Shape;94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95" name="Google Shape;95;p16"/>
            <p:cNvPicPr preferRelativeResize="0"/>
            <p:nvPr/>
          </p:nvPicPr>
          <p:blipFill rotWithShape="1">
            <a:blip r:embed="rId4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6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475" lIns="79475" spcFirstLastPara="1" rIns="79475" wrap="square" tIns="79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956"/>
                <a:buFont typeface="Arial"/>
                <a:buNone/>
              </a:pPr>
              <a:r>
                <a:t/>
              </a:r>
              <a:endParaRPr b="1" sz="1217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95"/>
                </a:spcBef>
                <a:spcAft>
                  <a:spcPts val="695"/>
                </a:spcAft>
                <a:buNone/>
              </a:pPr>
              <a:r>
                <a:t/>
              </a:r>
              <a:endParaRPr b="1" sz="1043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97" name="Google Shape;97;p16" title="Sales Performance Dashboar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1075" y="3193525"/>
            <a:ext cx="1614326" cy="154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3" name="Google Shape;103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Key Insights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" name="Google Shape;105;p1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By the end of the analysis, here’s the data we can visualize: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Electronics generated the highest sales.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 West region recorded the highest profit.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Sales increased at the end of the year.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Profit Earning remained steep from June to November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265500" y="754200"/>
            <a:ext cx="4045200" cy="36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chemeClr val="lt2"/>
                </a:solidFill>
              </a:rPr>
              <a:t>Conclusion</a:t>
            </a:r>
            <a:endParaRPr b="0"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</a:rPr>
              <a:t>The dashboard enables business stakeholders to monitor sales performance, compare regional and category performance, identify trends, and make data-driven decisions through interactive visualizations.</a:t>
            </a:r>
            <a:endParaRPr sz="2000">
              <a:solidFill>
                <a:schemeClr val="lt2"/>
              </a:solidFill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6259750" y="476100"/>
            <a:ext cx="2480925" cy="248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4651375" y="1297750"/>
            <a:ext cx="3031200" cy="303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8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14" name="Google Shape;114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15" name="Google Shape;115;p18"/>
            <p:cNvPicPr preferRelativeResize="0"/>
            <p:nvPr/>
          </p:nvPicPr>
          <p:blipFill rotWithShape="1">
            <a:blip r:embed="rId6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18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Tool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Tableau Public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